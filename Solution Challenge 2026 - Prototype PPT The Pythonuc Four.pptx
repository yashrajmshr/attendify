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70" r:id="rId13"/>
  </p:sldIdLst>
  <p:sldSz cx="9144000" cy="5143500" type="screen16x9"/>
  <p:notesSz cx="6858000" cy="9144000"/>
  <p:embeddedFontLst>
    <p:embeddedFont>
      <p:font typeface="Google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3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test_student1@gmail.com" TargetMode="External"/><Relationship Id="rId3" Type="http://schemas.openxmlformats.org/officeDocument/2006/relationships/hyperlink" Target="https://github.com/Yashrajmshr/Attendify/" TargetMode="External"/><Relationship Id="rId7" Type="http://schemas.openxmlformats.org/officeDocument/2006/relationships/hyperlink" Target="mailto:test_facult1@gmail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test_admin@gmail.com" TargetMode="External"/><Relationship Id="rId5" Type="http://schemas.openxmlformats.org/officeDocument/2006/relationships/hyperlink" Target="https://attendify-frontend-lh87.onrender.com/login" TargetMode="External"/><Relationship Id="rId4" Type="http://schemas.openxmlformats.org/officeDocument/2006/relationships/hyperlink" Target="https://drive.google.com/drive/folders/120uJqtLd2QWI41kzlT1hZPLyHIEO8w7u?dmr=1&amp;ec=wgc-drive-%5Bmodule%5D-goto" TargetMode="Externa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The Pythonic Four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Yashraj Mishra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US" b="1" i="1" dirty="0"/>
              <a:t>A full-stack, QR code and geolocation-based attendance system that prevents proxy attendance by ensuring students are physically present within a faculty-defined classroom radius before marking attendance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solution: </a:t>
            </a:r>
          </a:p>
          <a:p>
            <a:endParaRPr lang="en-IN" b="1" dirty="0"/>
          </a:p>
          <a:p>
            <a:r>
              <a:rPr lang="en-US" sz="1300" dirty="0"/>
              <a:t>Our solution, </a:t>
            </a:r>
            <a:r>
              <a:rPr lang="en-US" sz="1300" b="1" dirty="0" err="1"/>
              <a:t>Attendify</a:t>
            </a:r>
            <a:r>
              <a:rPr lang="en-US" sz="1300" dirty="0"/>
              <a:t>, is a full-stack, geolocation-based attendance management system designed to completely eliminate proxy attendance in educational institutions. The core idea is simple yet powerful — a student can only mark their attendance if they are </a:t>
            </a:r>
            <a:r>
              <a:rPr lang="en-US" sz="1300" b="1" dirty="0"/>
              <a:t>physically present</a:t>
            </a:r>
            <a:r>
              <a:rPr lang="en-US" sz="1300" dirty="0"/>
              <a:t> in the classroom, and we enforce this through a </a:t>
            </a:r>
            <a:r>
              <a:rPr lang="en-US" sz="1300" b="1" dirty="0"/>
              <a:t>dual-verification mechanism</a:t>
            </a:r>
            <a:r>
              <a:rPr lang="en-US" sz="1300" dirty="0"/>
              <a:t> combining dynamic QR codes and real-time GPS validation.</a:t>
            </a:r>
          </a:p>
          <a:p>
            <a:r>
              <a:rPr lang="en-US" sz="1300" dirty="0"/>
              <a:t>Here's how it works: the faculty logs into their dashboard and creates an attendance session by capturing their </a:t>
            </a:r>
            <a:r>
              <a:rPr lang="en-US" sz="1300" b="1" dirty="0"/>
              <a:t>live GPS coordinates</a:t>
            </a:r>
            <a:r>
              <a:rPr lang="en-US" sz="1300" dirty="0"/>
              <a:t> and setting a </a:t>
            </a:r>
            <a:r>
              <a:rPr lang="en-US" sz="1300" b="1" dirty="0"/>
              <a:t>proximity radius</a:t>
            </a:r>
            <a:r>
              <a:rPr lang="en-US" sz="1300" dirty="0"/>
              <a:t> — say 50 meters. The system then generates a </a:t>
            </a:r>
            <a:r>
              <a:rPr lang="en-US" sz="1300" b="1" dirty="0"/>
              <a:t>unique, session-specific QR code</a:t>
            </a:r>
            <a:r>
              <a:rPr lang="en-US" sz="1300" dirty="0"/>
              <a:t> which the faculty projects on the classroom screen. Students open the app, scan the QR code, and the system simultaneously validates two things — first, that the QR token is </a:t>
            </a:r>
            <a:r>
              <a:rPr lang="en-US" sz="1300" b="1" dirty="0"/>
              <a:t>valid and active</a:t>
            </a:r>
            <a:r>
              <a:rPr lang="en-US" sz="1300" dirty="0"/>
              <a:t>, and second, that the student's </a:t>
            </a:r>
            <a:r>
              <a:rPr lang="en-US" sz="1300" b="1" dirty="0"/>
              <a:t>live location falls within the defined radius</a:t>
            </a:r>
            <a:r>
              <a:rPr lang="en-US" sz="1300" dirty="0"/>
              <a:t>. If either check fails, attendance is not marked. There is no way to mark attendance remotely.</a:t>
            </a:r>
          </a:p>
          <a:p>
            <a:r>
              <a:rPr lang="en-US" sz="1300" dirty="0"/>
              <a:t>On the management side, faculty can </a:t>
            </a:r>
            <a:r>
              <a:rPr lang="en-US" sz="1300" b="1" dirty="0"/>
              <a:t>bulk upload student data via Excel</a:t>
            </a:r>
            <a:r>
              <a:rPr lang="en-US" sz="1300" dirty="0"/>
              <a:t>, view live active sessions, and </a:t>
            </a:r>
            <a:r>
              <a:rPr lang="en-US" sz="1300" b="1" dirty="0"/>
              <a:t>export attendance reports as CSV</a:t>
            </a:r>
            <a:r>
              <a:rPr lang="en-US" sz="1300" dirty="0"/>
              <a:t> for records and analysis. Students get a clean dashboard to view their full attendance history. The entire system is secured with </a:t>
            </a:r>
            <a:r>
              <a:rPr lang="en-US" sz="1300" b="1" dirty="0"/>
              <a:t>JWT-based authentication and </a:t>
            </a:r>
            <a:r>
              <a:rPr lang="en-US" sz="1300" b="1" dirty="0" err="1"/>
              <a:t>BCrypt</a:t>
            </a:r>
            <a:r>
              <a:rPr lang="en-US" sz="1300" b="1" dirty="0"/>
              <a:t> password hashing</a:t>
            </a:r>
            <a:r>
              <a:rPr lang="en-US" sz="1300" dirty="0"/>
              <a:t>, ensuring data integrity and role-based access control throughout.</a:t>
            </a:r>
          </a:p>
          <a:p>
            <a:r>
              <a:rPr lang="en-US" sz="1300" dirty="0"/>
              <a:t>Built on a </a:t>
            </a:r>
            <a:r>
              <a:rPr lang="en-US" sz="1300" b="1" dirty="0"/>
              <a:t>React + Node.js + SQLite</a:t>
            </a:r>
            <a:r>
              <a:rPr lang="en-US" sz="1300" dirty="0"/>
              <a:t> stack, </a:t>
            </a:r>
            <a:r>
              <a:rPr lang="en-US" sz="1300" dirty="0" err="1"/>
              <a:t>Attendify</a:t>
            </a:r>
            <a:r>
              <a:rPr lang="en-US" sz="1300" dirty="0"/>
              <a:t> is lightweight, production-ready, and requires zero database configuration — making it easily deployable for any institution looking to modernize their attendance infrastructure.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endParaRPr lang="en-US" sz="1050" dirty="0"/>
          </a:p>
          <a:p>
            <a:pPr lvl="0">
              <a:buSzPts val="1800"/>
            </a:pPr>
            <a:r>
              <a:rPr lang="en-US" sz="1050" dirty="0"/>
              <a:t>Most existing attendance systems — like biometric devices, RFID cards, or simple mobile check-ins — can be </a:t>
            </a:r>
            <a:r>
              <a:rPr lang="en-US" sz="1050" b="1" dirty="0"/>
              <a:t>spoofed, shared, or operated remotely</a:t>
            </a:r>
            <a:r>
              <a:rPr lang="en-US" sz="1050" dirty="0"/>
              <a:t>. Apps like Google Forms or basic QR attendance tools verify the QR but have </a:t>
            </a:r>
            <a:r>
              <a:rPr lang="en-US" sz="1050" b="1" dirty="0"/>
              <a:t>no location enforcement</a:t>
            </a:r>
            <a:r>
              <a:rPr lang="en-US" sz="1050" dirty="0"/>
              <a:t>, meaning a student can share a screenshot of the QR and a friend marks attendance from home. Biometric systems are </a:t>
            </a:r>
            <a:r>
              <a:rPr lang="en-US" sz="1050" b="1" dirty="0"/>
              <a:t>hardware-dependent and expensive</a:t>
            </a:r>
            <a:r>
              <a:rPr lang="en-US" sz="1050" dirty="0"/>
              <a:t> to install in every classroom. </a:t>
            </a:r>
            <a:r>
              <a:rPr lang="en-US" sz="1050" dirty="0" err="1"/>
              <a:t>Attendify</a:t>
            </a:r>
            <a:r>
              <a:rPr lang="en-US" sz="1050" dirty="0"/>
              <a:t> is different because it enforces </a:t>
            </a:r>
            <a:r>
              <a:rPr lang="en-US" sz="1050" b="1" dirty="0"/>
              <a:t>simultaneous dual verification</a:t>
            </a:r>
            <a:r>
              <a:rPr lang="en-US" sz="1050" dirty="0"/>
              <a:t> — a valid session token AND physical presence — without requiring any additional hardware. It runs entirely on a smartphone and a browser, making it </a:t>
            </a:r>
            <a:r>
              <a:rPr lang="en-US" sz="1050" b="1" dirty="0"/>
              <a:t>zero-infrastructure and scalable.</a:t>
            </a:r>
          </a:p>
          <a:p>
            <a:pPr lvl="0">
              <a:buSzPts val="1800"/>
            </a:pPr>
            <a:endParaRPr lang="en-US" sz="1050" b="1" i="0" u="none" strike="noStrike" cap="none" dirty="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lang="en-US" sz="1050" dirty="0" err="1"/>
              <a:t>Attendify</a:t>
            </a:r>
            <a:r>
              <a:rPr lang="en-US" sz="1050" dirty="0"/>
              <a:t> tackles proxy attendance at its root by making it </a:t>
            </a:r>
            <a:r>
              <a:rPr lang="en-US" sz="1050" b="1" dirty="0"/>
              <a:t>technically impossible</a:t>
            </a:r>
            <a:r>
              <a:rPr lang="en-US" sz="1050" dirty="0"/>
              <a:t> to mark attendance without being present. The dynamic QR code changes with every session so old codes are useless. The geolocation check runs in real-time on the student's device and cross-validates with the faculty's set coordinates on the server. Even if a student shares the QR code with someone outside, that person </a:t>
            </a:r>
            <a:r>
              <a:rPr lang="en-US" sz="1050" b="1" dirty="0"/>
              <a:t>cannot pass the location check</a:t>
            </a:r>
            <a:r>
              <a:rPr lang="en-US" sz="1050" dirty="0"/>
              <a:t> from a different place. The faculty has complete visibility through live session tracking and downloadable reports, closing the loop on attendance integrity.</a:t>
            </a:r>
          </a:p>
          <a:p>
            <a:endParaRPr lang="en-US" sz="1050" dirty="0"/>
          </a:p>
          <a:p>
            <a:r>
              <a:rPr lang="en-US" sz="1050" dirty="0" err="1"/>
              <a:t>Attendify's</a:t>
            </a:r>
            <a:r>
              <a:rPr lang="en-US" sz="1050" dirty="0"/>
              <a:t> biggest differentiator is its dual verification approach  a student must simultaneously hold a valid QR session token AND be physically within the classroom's GPS radius to mark attendance. This makes proxy attendance **technically impossible**, not just discouraged. On top of that, it requires **zero additional hardware**, runs entirely on a smartphone, and is deployable in minutes — giving institutions enterprise-grade attendance security at virtually no infrastructure cost.</a:t>
            </a:r>
          </a:p>
          <a:p>
            <a:br>
              <a:rPr lang="en-US" sz="1050" dirty="0"/>
            </a:br>
            <a:endParaRPr sz="1050" b="0" i="0" u="none" strike="noStrike" cap="none" dirty="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lang="en-IN" dirty="0"/>
              <a:t> Geolocation-based attendance with custom classroom radius</a:t>
            </a:r>
          </a:p>
          <a:p>
            <a:r>
              <a:rPr lang="en-IN" dirty="0"/>
              <a:t> Dynamic QR code generation per session</a:t>
            </a:r>
          </a:p>
          <a:p>
            <a:r>
              <a:rPr lang="en-IN" dirty="0"/>
              <a:t> Dual verification — QR token + live GPS simultaneously</a:t>
            </a:r>
          </a:p>
          <a:p>
            <a:r>
              <a:rPr lang="en-IN" dirty="0"/>
              <a:t> Faculty dashboard for session creation and management</a:t>
            </a:r>
          </a:p>
          <a:p>
            <a:r>
              <a:rPr lang="en-IN" dirty="0"/>
              <a:t> One-click CSV export for attendance reports</a:t>
            </a:r>
          </a:p>
          <a:p>
            <a:r>
              <a:rPr lang="en-IN" dirty="0"/>
              <a:t> Bulk student upload via Excel</a:t>
            </a:r>
          </a:p>
          <a:p>
            <a:r>
              <a:rPr lang="en-IN" dirty="0"/>
              <a:t> Student portal with QR scanner and attendance history</a:t>
            </a:r>
          </a:p>
          <a:p>
            <a:r>
              <a:rPr lang="en-IN" dirty="0"/>
              <a:t> JWT authentication with role-based access control</a:t>
            </a:r>
          </a:p>
          <a:p>
            <a:r>
              <a:rPr lang="en-IN" dirty="0"/>
              <a:t> </a:t>
            </a:r>
            <a:r>
              <a:rPr lang="en-IN" dirty="0" err="1"/>
              <a:t>BCrypt</a:t>
            </a:r>
            <a:r>
              <a:rPr lang="en-IN" dirty="0"/>
              <a:t> password hashing for secure data storage</a:t>
            </a:r>
          </a:p>
          <a:p>
            <a:r>
              <a:rPr lang="en-IN" dirty="0"/>
              <a:t> Auto-expiring session tokens to prevent QR reuse</a:t>
            </a:r>
          </a:p>
          <a:p>
            <a:r>
              <a:rPr lang="en-IN" dirty="0"/>
              <a:t> Admin panel for platform-wide account management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86000" y="823341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 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A33A2B-D0E6-6847-E314-BAA8E05A5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41" y="1232154"/>
            <a:ext cx="2447511" cy="3666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642190-1A81-0665-40F3-D43DCF44A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2438" y="1274847"/>
            <a:ext cx="3483515" cy="3581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E12147-F715-E61B-162D-01D1DAE76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50" y="1241503"/>
            <a:ext cx="3908435" cy="37245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66259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lang="en-IN" b="1" dirty="0"/>
              <a:t> React.js (Vite)</a:t>
            </a:r>
            <a:r>
              <a:rPr lang="en-IN" dirty="0"/>
              <a:t> — Frontend UI framework</a:t>
            </a:r>
          </a:p>
          <a:p>
            <a:r>
              <a:rPr lang="en-IN" dirty="0"/>
              <a:t> </a:t>
            </a:r>
            <a:r>
              <a:rPr lang="en-IN" b="1" dirty="0"/>
              <a:t>Tailwind CSS</a:t>
            </a:r>
            <a:r>
              <a:rPr lang="en-IN" dirty="0"/>
              <a:t> — Responsive styling</a:t>
            </a:r>
          </a:p>
          <a:p>
            <a:r>
              <a:rPr lang="en-IN" dirty="0"/>
              <a:t> </a:t>
            </a:r>
            <a:r>
              <a:rPr lang="en-IN" b="1" dirty="0"/>
              <a:t>Html5-Qrcode</a:t>
            </a:r>
            <a:r>
              <a:rPr lang="en-IN" dirty="0"/>
              <a:t> — In-browser QR code scanning</a:t>
            </a:r>
          </a:p>
          <a:p>
            <a:r>
              <a:rPr lang="en-IN" dirty="0"/>
              <a:t> </a:t>
            </a:r>
            <a:r>
              <a:rPr lang="en-IN" b="1" dirty="0"/>
              <a:t>Node.js</a:t>
            </a:r>
            <a:r>
              <a:rPr lang="en-IN" dirty="0"/>
              <a:t> — Backend runtime environment</a:t>
            </a:r>
          </a:p>
          <a:p>
            <a:r>
              <a:rPr lang="en-IN" dirty="0"/>
              <a:t> </a:t>
            </a:r>
            <a:r>
              <a:rPr lang="en-IN" b="1" dirty="0"/>
              <a:t>Express.js</a:t>
            </a:r>
            <a:r>
              <a:rPr lang="en-IN" dirty="0"/>
              <a:t> — REST API framework</a:t>
            </a:r>
          </a:p>
          <a:p>
            <a:r>
              <a:rPr lang="en-IN" dirty="0"/>
              <a:t> </a:t>
            </a:r>
            <a:r>
              <a:rPr lang="en-IN" b="1" dirty="0"/>
              <a:t>SQLite + </a:t>
            </a:r>
            <a:r>
              <a:rPr lang="en-IN" b="1" dirty="0" err="1"/>
              <a:t>Sequelize</a:t>
            </a:r>
            <a:r>
              <a:rPr lang="en-IN" b="1" dirty="0"/>
              <a:t> ORM</a:t>
            </a:r>
            <a:r>
              <a:rPr lang="en-IN" dirty="0"/>
              <a:t> — Lightweight database</a:t>
            </a:r>
          </a:p>
          <a:p>
            <a:r>
              <a:rPr lang="en-IN" dirty="0"/>
              <a:t> </a:t>
            </a:r>
            <a:r>
              <a:rPr lang="en-IN" b="1" dirty="0"/>
              <a:t>JWT</a:t>
            </a:r>
            <a:r>
              <a:rPr lang="en-IN" dirty="0"/>
              <a:t> — Secure user authentication</a:t>
            </a:r>
          </a:p>
          <a:p>
            <a:r>
              <a:rPr lang="en-IN" dirty="0"/>
              <a:t> </a:t>
            </a:r>
            <a:r>
              <a:rPr lang="en-IN" b="1" dirty="0" err="1"/>
              <a:t>BCrypt</a:t>
            </a:r>
            <a:r>
              <a:rPr lang="en-IN" dirty="0"/>
              <a:t> — Password hashing &amp; encryption</a:t>
            </a:r>
          </a:p>
          <a:p>
            <a:r>
              <a:rPr lang="en-IN" dirty="0"/>
              <a:t> </a:t>
            </a:r>
            <a:r>
              <a:rPr lang="en-IN" b="1" dirty="0"/>
              <a:t>Browser Geolocation API</a:t>
            </a:r>
            <a:r>
              <a:rPr lang="en-IN" dirty="0"/>
              <a:t> — Real-time GPS tracking</a:t>
            </a:r>
          </a:p>
          <a:p>
            <a:r>
              <a:rPr lang="en-IN" dirty="0"/>
              <a:t> </a:t>
            </a:r>
            <a:r>
              <a:rPr lang="en-IN" b="1" dirty="0"/>
              <a:t>Multer + XLSX</a:t>
            </a:r>
            <a:r>
              <a:rPr lang="en-IN" dirty="0"/>
              <a:t> — Excel file upload &amp; parsing</a:t>
            </a:r>
          </a:p>
          <a:p>
            <a:r>
              <a:rPr lang="en-IN" dirty="0"/>
              <a:t> </a:t>
            </a:r>
            <a:r>
              <a:rPr lang="en-IN" b="1" dirty="0"/>
              <a:t>Axios</a:t>
            </a:r>
            <a:r>
              <a:rPr lang="en-IN" dirty="0"/>
              <a:t> — Frontend-backend API communication</a:t>
            </a:r>
          </a:p>
          <a:p>
            <a:r>
              <a:rPr lang="en-IN" dirty="0"/>
              <a:t> </a:t>
            </a:r>
            <a:r>
              <a:rPr lang="en-IN" b="1" dirty="0"/>
              <a:t>Render + Firebase</a:t>
            </a:r>
            <a:r>
              <a:rPr lang="en-IN" dirty="0"/>
              <a:t> — Backend &amp; frontend deployment</a:t>
            </a:r>
          </a:p>
          <a:p>
            <a:br>
              <a:rPr lang="en-IN" sz="1200" dirty="0"/>
            </a:b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8E1595-7000-4699-5242-5BB31D8AB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01" y="1635512"/>
            <a:ext cx="2943644" cy="221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CF619-007B-85E4-471A-361097275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946" y="589347"/>
            <a:ext cx="4850298" cy="2292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7E7167-0764-A916-ED61-79BE0F530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5946" y="2744762"/>
            <a:ext cx="4850298" cy="23030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endParaRPr lang="en-IN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Dedicated Android/iOS mobile app using React Native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AI-based anomaly detection to flag suspicious attendance patterns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Advanced analytics with trend graphs and performance heatmaps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Push notifications for session alerts and low attendance warnings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Multi-institution / multi-tenant support for multiple colleges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Timetable integration for auto-session creation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HOD-level dashboard for department-wide attendance overview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Offline mode with sync when internet is restored</a:t>
            </a: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ERP integration with university systems like Moodle/</a:t>
            </a:r>
            <a:r>
              <a:rPr lang="en-IN" sz="1800" dirty="0" err="1">
                <a:latin typeface="Google Sans"/>
                <a:ea typeface="Google Sans"/>
                <a:cs typeface="Google Sans"/>
                <a:sym typeface="Google Sans"/>
              </a:rPr>
              <a:t>Fedena</a:t>
            </a:r>
            <a:endParaRPr lang="en-IN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-  Automated weekly/monthly attendance email reports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b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050" dirty="0"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https://github.com/Yashrajmshr/Attendify\</a:t>
            </a:r>
            <a:endParaRPr sz="105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  </a:t>
            </a:r>
            <a:r>
              <a:rPr lang="en-GB" sz="1000" dirty="0"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https://drive.google.com/drive/folders/120uJqtLd2QWI41kzlT1hZPLyHIEO8w7u?dmr=1&amp;ec=wgc-drive-%5Bmodule%5D-goto</a:t>
            </a:r>
            <a:endParaRPr lang="en-GB" sz="10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 </a:t>
            </a:r>
            <a:b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IN" sz="1050" dirty="0"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https://drive.google.com/drive/folders/120uJqtLd2QWI41kzlT1hZPLyHIEO8w7u?dmr=1&amp;ec=wgc-drive-%5Bmodule%5D-goto</a:t>
            </a:r>
            <a:endParaRPr lang="en-IN" sz="105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 </a:t>
            </a:r>
            <a:r>
              <a:rPr lang="en-GB" sz="1050" dirty="0">
                <a:latin typeface="Google Sans"/>
                <a:ea typeface="Google Sans"/>
                <a:cs typeface="Google Sans"/>
                <a:sym typeface="Google Sans"/>
                <a:hlinkClick r:id="rId5"/>
              </a:rPr>
              <a:t>https://attendify-frontend-lh87.onrender.com/login</a:t>
            </a:r>
            <a:b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</a:rPr>
              <a:t>For Admin Login Use: </a:t>
            </a: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  <a:hlinkClick r:id="rId6"/>
              </a:rPr>
              <a:t>test_admin@gmail.com</a:t>
            </a:r>
            <a:br>
              <a:rPr lang="en-GB" sz="900" dirty="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</a:rPr>
              <a:t>password: 1234</a:t>
            </a:r>
          </a:p>
          <a:p>
            <a:pPr marL="114300" lvl="0">
              <a:buSzPts val="1800"/>
            </a:pP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</a:rPr>
              <a:t>             For Faculty Login Use: </a:t>
            </a: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  <a:hlinkClick r:id="rId7"/>
              </a:rPr>
              <a:t>test_facult1@gmail.com</a:t>
            </a:r>
            <a:endParaRPr lang="en-GB" sz="9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114300" lvl="0">
              <a:buSzPts val="1800"/>
            </a:pP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</a:rPr>
              <a:t>             password: 1234</a:t>
            </a:r>
          </a:p>
          <a:p>
            <a:pPr marL="114300" lvl="0">
              <a:buSzPts val="1800"/>
            </a:pP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</a:rPr>
              <a:t>             For Student Login use: </a:t>
            </a: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  <a:hlinkClick r:id="rId8"/>
              </a:rPr>
              <a:t>test_student1@gmail.com</a:t>
            </a:r>
            <a:endParaRPr lang="en-GB" sz="9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114300" lvl="0">
              <a:buSzPts val="1800"/>
            </a:pPr>
            <a:r>
              <a:rPr lang="en-GB" sz="900" dirty="0">
                <a:latin typeface="Google Sans"/>
                <a:ea typeface="Google Sans"/>
                <a:cs typeface="Google Sans"/>
                <a:sym typeface="Google Sans"/>
              </a:rPr>
              <a:t>             password: 1234</a:t>
            </a: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Microsoft Office PowerPoint</Application>
  <PresentationFormat>On-screen Show (16:9)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Yashraj Mshr</dc:creator>
  <cp:lastModifiedBy>Yashraj Mshr</cp:lastModifiedBy>
  <cp:revision>1</cp:revision>
  <dcterms:modified xsi:type="dcterms:W3CDTF">2026-04-27T16:15:36Z</dcterms:modified>
</cp:coreProperties>
</file>